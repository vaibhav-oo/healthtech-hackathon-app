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83" d="100"/>
          <a:sy n="83" d="100"/>
        </p:scale>
        <p:origin x="39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8FAE109-B767-4F20-BC0A-CE360B8D524F}"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CFD534-0FA6-40DC-AA54-6708A016D2BB}" type="slidenum">
              <a:rPr lang="en-US" smtClean="0"/>
              <a:t>‹#›</a:t>
            </a:fld>
            <a:endParaRPr lang="en-US"/>
          </a:p>
        </p:txBody>
      </p:sp>
    </p:spTree>
    <p:extLst>
      <p:ext uri="{BB962C8B-B14F-4D97-AF65-F5344CB8AC3E}">
        <p14:creationId xmlns:p14="http://schemas.microsoft.com/office/powerpoint/2010/main" val="1987120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FAE109-B767-4F20-BC0A-CE360B8D524F}"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CFD534-0FA6-40DC-AA54-6708A016D2BB}" type="slidenum">
              <a:rPr lang="en-US" smtClean="0"/>
              <a:t>‹#›</a:t>
            </a:fld>
            <a:endParaRPr lang="en-US"/>
          </a:p>
        </p:txBody>
      </p:sp>
    </p:spTree>
    <p:extLst>
      <p:ext uri="{BB962C8B-B14F-4D97-AF65-F5344CB8AC3E}">
        <p14:creationId xmlns:p14="http://schemas.microsoft.com/office/powerpoint/2010/main" val="1417640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FAE109-B767-4F20-BC0A-CE360B8D524F}"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CFD534-0FA6-40DC-AA54-6708A016D2BB}" type="slidenum">
              <a:rPr lang="en-US" smtClean="0"/>
              <a:t>‹#›</a:t>
            </a:fld>
            <a:endParaRPr lang="en-US"/>
          </a:p>
        </p:txBody>
      </p:sp>
    </p:spTree>
    <p:extLst>
      <p:ext uri="{BB962C8B-B14F-4D97-AF65-F5344CB8AC3E}">
        <p14:creationId xmlns:p14="http://schemas.microsoft.com/office/powerpoint/2010/main" val="3508516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FAE109-B767-4F20-BC0A-CE360B8D524F}"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CFD534-0FA6-40DC-AA54-6708A016D2BB}" type="slidenum">
              <a:rPr lang="en-US" smtClean="0"/>
              <a:t>‹#›</a:t>
            </a:fld>
            <a:endParaRPr lang="en-US"/>
          </a:p>
        </p:txBody>
      </p:sp>
    </p:spTree>
    <p:extLst>
      <p:ext uri="{BB962C8B-B14F-4D97-AF65-F5344CB8AC3E}">
        <p14:creationId xmlns:p14="http://schemas.microsoft.com/office/powerpoint/2010/main" val="2810876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FAE109-B767-4F20-BC0A-CE360B8D524F}" type="datetimeFigureOut">
              <a:rPr lang="en-US" smtClean="0"/>
              <a:t>3/29/2026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2CFD534-0FA6-40DC-AA54-6708A016D2BB}" type="slidenum">
              <a:rPr lang="en-US" smtClean="0"/>
              <a:t>‹#›</a:t>
            </a:fld>
            <a:endParaRPr lang="en-US"/>
          </a:p>
        </p:txBody>
      </p:sp>
    </p:spTree>
    <p:extLst>
      <p:ext uri="{BB962C8B-B14F-4D97-AF65-F5344CB8AC3E}">
        <p14:creationId xmlns:p14="http://schemas.microsoft.com/office/powerpoint/2010/main" val="3742379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8FAE109-B767-4F20-BC0A-CE360B8D524F}" type="datetimeFigureOut">
              <a:rPr lang="en-US" smtClean="0"/>
              <a:t>3/29/2026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2CFD534-0FA6-40DC-AA54-6708A016D2BB}" type="slidenum">
              <a:rPr lang="en-US" smtClean="0"/>
              <a:t>‹#›</a:t>
            </a:fld>
            <a:endParaRPr lang="en-US"/>
          </a:p>
        </p:txBody>
      </p:sp>
    </p:spTree>
    <p:extLst>
      <p:ext uri="{BB962C8B-B14F-4D97-AF65-F5344CB8AC3E}">
        <p14:creationId xmlns:p14="http://schemas.microsoft.com/office/powerpoint/2010/main" val="133131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FAE109-B767-4F20-BC0A-CE360B8D524F}" type="datetimeFigureOut">
              <a:rPr lang="en-US" smtClean="0"/>
              <a:t>3/29/2026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2CFD534-0FA6-40DC-AA54-6708A016D2BB}" type="slidenum">
              <a:rPr lang="en-US" smtClean="0"/>
              <a:t>‹#›</a:t>
            </a:fld>
            <a:endParaRPr lang="en-US"/>
          </a:p>
        </p:txBody>
      </p:sp>
    </p:spTree>
    <p:extLst>
      <p:ext uri="{BB962C8B-B14F-4D97-AF65-F5344CB8AC3E}">
        <p14:creationId xmlns:p14="http://schemas.microsoft.com/office/powerpoint/2010/main" val="617854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8FAE109-B767-4F20-BC0A-CE360B8D524F}"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CFD534-0FA6-40DC-AA54-6708A016D2BB}" type="slidenum">
              <a:rPr lang="en-US" smtClean="0"/>
              <a:t>‹#›</a:t>
            </a:fld>
            <a:endParaRPr lang="en-US"/>
          </a:p>
        </p:txBody>
      </p:sp>
    </p:spTree>
    <p:extLst>
      <p:ext uri="{BB962C8B-B14F-4D97-AF65-F5344CB8AC3E}">
        <p14:creationId xmlns:p14="http://schemas.microsoft.com/office/powerpoint/2010/main" val="454218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FAE109-B767-4F20-BC0A-CE360B8D524F}"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CFD534-0FA6-40DC-AA54-6708A016D2BB}" type="slidenum">
              <a:rPr lang="en-US" smtClean="0"/>
              <a:t>‹#›</a:t>
            </a:fld>
            <a:endParaRPr lang="en-US"/>
          </a:p>
        </p:txBody>
      </p:sp>
    </p:spTree>
    <p:extLst>
      <p:ext uri="{BB962C8B-B14F-4D97-AF65-F5344CB8AC3E}">
        <p14:creationId xmlns:p14="http://schemas.microsoft.com/office/powerpoint/2010/main" val="3442408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FAE109-B767-4F20-BC0A-CE360B8D524F}"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CFD534-0FA6-40DC-AA54-6708A016D2BB}" type="slidenum">
              <a:rPr lang="en-US" smtClean="0"/>
              <a:t>‹#›</a:t>
            </a:fld>
            <a:endParaRPr lang="en-US"/>
          </a:p>
        </p:txBody>
      </p:sp>
    </p:spTree>
    <p:extLst>
      <p:ext uri="{BB962C8B-B14F-4D97-AF65-F5344CB8AC3E}">
        <p14:creationId xmlns:p14="http://schemas.microsoft.com/office/powerpoint/2010/main" val="411012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FAE109-B767-4F20-BC0A-CE360B8D524F}"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CFD534-0FA6-40DC-AA54-6708A016D2BB}"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0626754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FAE109-B767-4F20-BC0A-CE360B8D524F}"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CFD534-0FA6-40DC-AA54-6708A016D2BB}" type="slidenum">
              <a:rPr lang="en-US" smtClean="0"/>
              <a:t>‹#›</a:t>
            </a:fld>
            <a:endParaRPr lang="en-US"/>
          </a:p>
        </p:txBody>
      </p:sp>
    </p:spTree>
    <p:extLst>
      <p:ext uri="{BB962C8B-B14F-4D97-AF65-F5344CB8AC3E}">
        <p14:creationId xmlns:p14="http://schemas.microsoft.com/office/powerpoint/2010/main" val="13447151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FAE109-B767-4F20-BC0A-CE360B8D524F}"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CFD534-0FA6-40DC-AA54-6708A016D2BB}"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74436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FAE109-B767-4F20-BC0A-CE360B8D524F}"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CFD534-0FA6-40DC-AA54-6708A016D2BB}" type="slidenum">
              <a:rPr lang="en-US" smtClean="0"/>
              <a:t>‹#›</a:t>
            </a:fld>
            <a:endParaRPr lang="en-US"/>
          </a:p>
        </p:txBody>
      </p:sp>
    </p:spTree>
    <p:extLst>
      <p:ext uri="{BB962C8B-B14F-4D97-AF65-F5344CB8AC3E}">
        <p14:creationId xmlns:p14="http://schemas.microsoft.com/office/powerpoint/2010/main" val="17884766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FAE109-B767-4F20-BC0A-CE360B8D524F}"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CFD534-0FA6-40DC-AA54-6708A016D2BB}" type="slidenum">
              <a:rPr lang="en-US" smtClean="0"/>
              <a:t>‹#›</a:t>
            </a:fld>
            <a:endParaRPr lang="en-US"/>
          </a:p>
        </p:txBody>
      </p:sp>
    </p:spTree>
    <p:extLst>
      <p:ext uri="{BB962C8B-B14F-4D97-AF65-F5344CB8AC3E}">
        <p14:creationId xmlns:p14="http://schemas.microsoft.com/office/powerpoint/2010/main" val="27063454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FAE109-B767-4F20-BC0A-CE360B8D524F}"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CFD534-0FA6-40DC-AA54-6708A016D2BB}" type="slidenum">
              <a:rPr lang="en-US" smtClean="0"/>
              <a:t>‹#›</a:t>
            </a:fld>
            <a:endParaRPr lang="en-US"/>
          </a:p>
        </p:txBody>
      </p:sp>
    </p:spTree>
    <p:extLst>
      <p:ext uri="{BB962C8B-B14F-4D97-AF65-F5344CB8AC3E}">
        <p14:creationId xmlns:p14="http://schemas.microsoft.com/office/powerpoint/2010/main" val="2961540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8FAE109-B767-4F20-BC0A-CE360B8D524F}" type="datetimeFigureOut">
              <a:rPr lang="en-US" smtClean="0"/>
              <a:t>3/29/2026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2CFD534-0FA6-40DC-AA54-6708A016D2BB}" type="slidenum">
              <a:rPr lang="en-US" smtClean="0"/>
              <a:t>‹#›</a:t>
            </a:fld>
            <a:endParaRPr lang="en-US"/>
          </a:p>
        </p:txBody>
      </p:sp>
    </p:spTree>
    <p:extLst>
      <p:ext uri="{BB962C8B-B14F-4D97-AF65-F5344CB8AC3E}">
        <p14:creationId xmlns:p14="http://schemas.microsoft.com/office/powerpoint/2010/main" val="1394565052"/>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hyperlink" Target="https://drive.google.com/file/d/1StRJqpcm4Pqi6OaoU76XO4TdpYfwbrTa/view?usp=drive_link"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8D2EE-E4ED-C141-3107-AB86A7CF8554}"/>
              </a:ext>
            </a:extLst>
          </p:cNvPr>
          <p:cNvSpPr>
            <a:spLocks noGrp="1"/>
          </p:cNvSpPr>
          <p:nvPr>
            <p:ph type="ctrTitle"/>
          </p:nvPr>
        </p:nvSpPr>
        <p:spPr/>
        <p:txBody>
          <a:bodyPr/>
          <a:lstStyle/>
          <a:p>
            <a:r>
              <a:rPr lang="en-US" dirty="0"/>
              <a:t>AI Symptom</a:t>
            </a:r>
            <a:br>
              <a:rPr lang="en-US" dirty="0"/>
            </a:br>
            <a:endParaRPr lang="en-US" dirty="0"/>
          </a:p>
        </p:txBody>
      </p:sp>
      <p:sp>
        <p:nvSpPr>
          <p:cNvPr id="3" name="Subtitle 2">
            <a:extLst>
              <a:ext uri="{FF2B5EF4-FFF2-40B4-BE49-F238E27FC236}">
                <a16:creationId xmlns:a16="http://schemas.microsoft.com/office/drawing/2014/main" id="{F94D559B-BEEB-32E1-2CE1-34D5E05B6C23}"/>
              </a:ext>
            </a:extLst>
          </p:cNvPr>
          <p:cNvSpPr>
            <a:spLocks noGrp="1"/>
          </p:cNvSpPr>
          <p:nvPr>
            <p:ph type="subTitle" idx="1"/>
          </p:nvPr>
        </p:nvSpPr>
        <p:spPr/>
        <p:txBody>
          <a:bodyPr/>
          <a:lstStyle/>
          <a:p>
            <a:r>
              <a:rPr lang="en-US" dirty="0"/>
              <a:t>Smart Health Guidance Through AI</a:t>
            </a:r>
          </a:p>
          <a:p>
            <a:endParaRPr lang="en-US" dirty="0"/>
          </a:p>
        </p:txBody>
      </p:sp>
      <p:sp>
        <p:nvSpPr>
          <p:cNvPr id="4" name="TextBox 3">
            <a:extLst>
              <a:ext uri="{FF2B5EF4-FFF2-40B4-BE49-F238E27FC236}">
                <a16:creationId xmlns:a16="http://schemas.microsoft.com/office/drawing/2014/main" id="{CD96F922-F137-735F-9943-F39F183EEC39}"/>
              </a:ext>
            </a:extLst>
          </p:cNvPr>
          <p:cNvSpPr txBox="1"/>
          <p:nvPr/>
        </p:nvSpPr>
        <p:spPr>
          <a:xfrm>
            <a:off x="5390535" y="5290867"/>
            <a:ext cx="4186687" cy="923330"/>
          </a:xfrm>
          <a:prstGeom prst="rect">
            <a:avLst/>
          </a:prstGeom>
          <a:noFill/>
        </p:spPr>
        <p:txBody>
          <a:bodyPr wrap="square" rtlCol="0">
            <a:spAutoFit/>
          </a:bodyPr>
          <a:lstStyle/>
          <a:p>
            <a:r>
              <a:rPr lang="en-US" dirty="0">
                <a:solidFill>
                  <a:schemeClr val="tx2">
                    <a:lumMod val="60000"/>
                    <a:lumOff val="40000"/>
                  </a:schemeClr>
                </a:solidFill>
              </a:rPr>
              <a:t>Name: Vaibhav Badlawala B</a:t>
            </a:r>
          </a:p>
          <a:p>
            <a:r>
              <a:rPr lang="en-US" dirty="0">
                <a:solidFill>
                  <a:schemeClr val="tx2">
                    <a:lumMod val="60000"/>
                    <a:lumOff val="40000"/>
                  </a:schemeClr>
                </a:solidFill>
              </a:rPr>
              <a:t>Team: Individual</a:t>
            </a:r>
          </a:p>
          <a:p>
            <a:r>
              <a:rPr lang="en-US" dirty="0">
                <a:solidFill>
                  <a:schemeClr val="tx2">
                    <a:lumMod val="60000"/>
                    <a:lumOff val="40000"/>
                  </a:schemeClr>
                </a:solidFill>
              </a:rPr>
              <a:t>Event: Hackathon 2026</a:t>
            </a:r>
          </a:p>
        </p:txBody>
      </p:sp>
    </p:spTree>
    <p:extLst>
      <p:ext uri="{BB962C8B-B14F-4D97-AF65-F5344CB8AC3E}">
        <p14:creationId xmlns:p14="http://schemas.microsoft.com/office/powerpoint/2010/main" val="1801919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EA16F-DC33-0093-8D0A-3ED23FB24F34}"/>
              </a:ext>
            </a:extLst>
          </p:cNvPr>
          <p:cNvSpPr>
            <a:spLocks noGrp="1"/>
          </p:cNvSpPr>
          <p:nvPr>
            <p:ph type="title"/>
          </p:nvPr>
        </p:nvSpPr>
        <p:spPr/>
        <p:txBody>
          <a:bodyPr/>
          <a:lstStyle/>
          <a:p>
            <a:r>
              <a:rPr lang="en-US" dirty="0"/>
              <a:t>Problem Statement</a:t>
            </a:r>
          </a:p>
        </p:txBody>
      </p:sp>
      <p:sp>
        <p:nvSpPr>
          <p:cNvPr id="3" name="TextBox 2">
            <a:extLst>
              <a:ext uri="{FF2B5EF4-FFF2-40B4-BE49-F238E27FC236}">
                <a16:creationId xmlns:a16="http://schemas.microsoft.com/office/drawing/2014/main" id="{3D59DB06-208C-15FD-1FAF-B068DD0A139F}"/>
              </a:ext>
            </a:extLst>
          </p:cNvPr>
          <p:cNvSpPr txBox="1"/>
          <p:nvPr/>
        </p:nvSpPr>
        <p:spPr>
          <a:xfrm>
            <a:off x="677334" y="1380226"/>
            <a:ext cx="9161253" cy="4801314"/>
          </a:xfrm>
          <a:prstGeom prst="rect">
            <a:avLst/>
          </a:prstGeom>
          <a:noFill/>
        </p:spPr>
        <p:txBody>
          <a:bodyPr wrap="square" rtlCol="0">
            <a:spAutoFit/>
          </a:bodyPr>
          <a:lstStyle/>
          <a:p>
            <a:r>
              <a:rPr lang="en-US" dirty="0"/>
              <a:t>Many people experience health symptoms but often do not know:</a:t>
            </a:r>
          </a:p>
          <a:p>
            <a:r>
              <a:rPr lang="en-US" dirty="0"/>
              <a:t>- 😟 whether the symptom is serious, </a:t>
            </a:r>
          </a:p>
          <a:p>
            <a:r>
              <a:rPr lang="en-US" dirty="0"/>
              <a:t>- ⏳ what it could mean, </a:t>
            </a:r>
          </a:p>
          <a:p>
            <a:r>
              <a:rPr lang="en-US" dirty="0"/>
              <a:t>- ❓ whether immediate attention is needed.</a:t>
            </a:r>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r>
              <a:rPr lang="en-US" sz="1400" b="1" u="sng" dirty="0"/>
              <a:t>People need a simple, fast, and accessible way to get early health guidance</a:t>
            </a:r>
            <a:r>
              <a:rPr lang="en-US" b="1" u="sng" dirty="0"/>
              <a:t>.</a:t>
            </a:r>
          </a:p>
          <a:p>
            <a:endParaRPr lang="en-US" dirty="0"/>
          </a:p>
        </p:txBody>
      </p:sp>
    </p:spTree>
    <p:extLst>
      <p:ext uri="{BB962C8B-B14F-4D97-AF65-F5344CB8AC3E}">
        <p14:creationId xmlns:p14="http://schemas.microsoft.com/office/powerpoint/2010/main" val="2682870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1B479-3E61-672D-C3B8-3F555ADB64D5}"/>
              </a:ext>
            </a:extLst>
          </p:cNvPr>
          <p:cNvSpPr>
            <a:spLocks noGrp="1"/>
          </p:cNvSpPr>
          <p:nvPr>
            <p:ph type="title"/>
          </p:nvPr>
        </p:nvSpPr>
        <p:spPr/>
        <p:txBody>
          <a:bodyPr>
            <a:normAutofit/>
          </a:bodyPr>
          <a:lstStyle/>
          <a:p>
            <a:r>
              <a:rPr lang="en-US" dirty="0"/>
              <a:t>Our Solution</a:t>
            </a:r>
          </a:p>
        </p:txBody>
      </p:sp>
      <p:sp>
        <p:nvSpPr>
          <p:cNvPr id="3" name="TextBox 2">
            <a:extLst>
              <a:ext uri="{FF2B5EF4-FFF2-40B4-BE49-F238E27FC236}">
                <a16:creationId xmlns:a16="http://schemas.microsoft.com/office/drawing/2014/main" id="{A26BD894-613B-C415-D142-9375AE199110}"/>
              </a:ext>
            </a:extLst>
          </p:cNvPr>
          <p:cNvSpPr txBox="1"/>
          <p:nvPr/>
        </p:nvSpPr>
        <p:spPr>
          <a:xfrm>
            <a:off x="782128" y="1483743"/>
            <a:ext cx="8821947" cy="4955203"/>
          </a:xfrm>
          <a:prstGeom prst="rect">
            <a:avLst/>
          </a:prstGeom>
          <a:noFill/>
        </p:spPr>
        <p:txBody>
          <a:bodyPr wrap="square" rtlCol="0">
            <a:spAutoFit/>
          </a:bodyPr>
          <a:lstStyle/>
          <a:p>
            <a:r>
              <a:rPr lang="en-US" dirty="0"/>
              <a:t>AI Symptom is a mobile health assistant that allows users to enter or select their symptoms and receive instant AI-based health guidance.</a:t>
            </a:r>
          </a:p>
          <a:p>
            <a:endParaRPr lang="en-US" dirty="0"/>
          </a:p>
          <a:p>
            <a:r>
              <a:rPr lang="en-US" dirty="0"/>
              <a:t>The app helps users:</a:t>
            </a:r>
          </a:p>
          <a:p>
            <a:r>
              <a:rPr lang="en-US" dirty="0"/>
              <a:t>- understand possible health issues, </a:t>
            </a:r>
          </a:p>
          <a:p>
            <a:r>
              <a:rPr lang="en-US" dirty="0"/>
              <a:t>- get quick first-level health awareness, </a:t>
            </a:r>
          </a:p>
          <a:p>
            <a:pPr marL="285750" indent="-285750">
              <a:buFontTx/>
              <a:buChar char="-"/>
            </a:pPr>
            <a:r>
              <a:rPr lang="en-US" dirty="0"/>
              <a:t>and make better decisions about what to do next.</a:t>
            </a:r>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endParaRPr lang="en-US" dirty="0"/>
          </a:p>
          <a:p>
            <a:r>
              <a:rPr lang="en-US" sz="1400" b="1" u="sng" dirty="0"/>
              <a:t>It acts as a smart first-step health assistant — not a replacement for a doctor, but a guide for early awareness.</a:t>
            </a:r>
          </a:p>
          <a:p>
            <a:endParaRPr lang="en-US" dirty="0"/>
          </a:p>
        </p:txBody>
      </p:sp>
    </p:spTree>
    <p:extLst>
      <p:ext uri="{BB962C8B-B14F-4D97-AF65-F5344CB8AC3E}">
        <p14:creationId xmlns:p14="http://schemas.microsoft.com/office/powerpoint/2010/main" val="3697904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9C3EE3-5BE5-2DDB-5BE7-107FF50C61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3194" y="396813"/>
            <a:ext cx="8518586" cy="5679057"/>
          </a:xfrm>
          <a:prstGeom prst="rect">
            <a:avLst/>
          </a:prstGeom>
        </p:spPr>
      </p:pic>
    </p:spTree>
    <p:extLst>
      <p:ext uri="{BB962C8B-B14F-4D97-AF65-F5344CB8AC3E}">
        <p14:creationId xmlns:p14="http://schemas.microsoft.com/office/powerpoint/2010/main" val="1617002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DEA26-9BE8-6740-A6EC-929C79AC4599}"/>
              </a:ext>
            </a:extLst>
          </p:cNvPr>
          <p:cNvSpPr>
            <a:spLocks noGrp="1"/>
          </p:cNvSpPr>
          <p:nvPr>
            <p:ph type="title"/>
          </p:nvPr>
        </p:nvSpPr>
        <p:spPr/>
        <p:txBody>
          <a:bodyPr/>
          <a:lstStyle/>
          <a:p>
            <a:r>
              <a:rPr lang="en-US" dirty="0"/>
              <a:t>Key features of AI Symptom</a:t>
            </a:r>
          </a:p>
        </p:txBody>
      </p:sp>
      <p:sp>
        <p:nvSpPr>
          <p:cNvPr id="3" name="TextBox 2">
            <a:extLst>
              <a:ext uri="{FF2B5EF4-FFF2-40B4-BE49-F238E27FC236}">
                <a16:creationId xmlns:a16="http://schemas.microsoft.com/office/drawing/2014/main" id="{A0EFBFCF-6666-4756-AE17-CDF581FBE90A}"/>
              </a:ext>
            </a:extLst>
          </p:cNvPr>
          <p:cNvSpPr txBox="1"/>
          <p:nvPr/>
        </p:nvSpPr>
        <p:spPr>
          <a:xfrm>
            <a:off x="759125" y="1524000"/>
            <a:ext cx="8735683" cy="4924425"/>
          </a:xfrm>
          <a:prstGeom prst="rect">
            <a:avLst/>
          </a:prstGeom>
          <a:noFill/>
        </p:spPr>
        <p:txBody>
          <a:bodyPr wrap="square" rtlCol="0">
            <a:spAutoFit/>
          </a:bodyPr>
          <a:lstStyle/>
          <a:p>
            <a:pPr>
              <a:buNone/>
            </a:pPr>
            <a:r>
              <a:rPr lang="en-US" dirty="0"/>
              <a:t>Feature 1 — Symptom Checker</a:t>
            </a:r>
          </a:p>
          <a:p>
            <a:pPr>
              <a:buNone/>
            </a:pPr>
            <a:r>
              <a:rPr lang="en-US" sz="1600" dirty="0"/>
              <a:t>Users can select symptoms easily from the app and start a health check instantly.</a:t>
            </a:r>
          </a:p>
          <a:p>
            <a:pPr>
              <a:buNone/>
            </a:pPr>
            <a:endParaRPr lang="en-US" sz="1600" dirty="0"/>
          </a:p>
          <a:p>
            <a:pPr>
              <a:buNone/>
            </a:pPr>
            <a:r>
              <a:rPr lang="en-US" dirty="0"/>
              <a:t>Feature 2 — AI-Based Analysis</a:t>
            </a:r>
          </a:p>
          <a:p>
            <a:pPr>
              <a:buNone/>
            </a:pPr>
            <a:r>
              <a:rPr lang="en-US" sz="1600" dirty="0"/>
              <a:t>The app processes symptom input and predicts possible health conditions</a:t>
            </a:r>
            <a:r>
              <a:rPr lang="en-US" dirty="0"/>
              <a:t> intelligently.</a:t>
            </a:r>
          </a:p>
          <a:p>
            <a:pPr>
              <a:buNone/>
            </a:pPr>
            <a:endParaRPr lang="en-US" dirty="0"/>
          </a:p>
          <a:p>
            <a:pPr>
              <a:buNone/>
            </a:pPr>
            <a:r>
              <a:rPr lang="en-US" dirty="0"/>
              <a:t>Feature 3 — Instant Result</a:t>
            </a:r>
          </a:p>
          <a:p>
            <a:pPr>
              <a:buNone/>
            </a:pPr>
            <a:r>
              <a:rPr lang="en-US" sz="1600" dirty="0"/>
              <a:t>Users receive quick health guidance without waiting.</a:t>
            </a:r>
          </a:p>
          <a:p>
            <a:pPr>
              <a:buNone/>
            </a:pPr>
            <a:endParaRPr lang="en-US" dirty="0"/>
          </a:p>
          <a:p>
            <a:pPr>
              <a:buNone/>
            </a:pPr>
            <a:r>
              <a:rPr lang="en-US" dirty="0"/>
              <a:t>Feature 4 — Health History</a:t>
            </a:r>
          </a:p>
          <a:p>
            <a:pPr>
              <a:buNone/>
            </a:pPr>
            <a:r>
              <a:rPr lang="en-US" sz="1600" dirty="0"/>
              <a:t>Previous symptom checks and results can be stored and reviewed.</a:t>
            </a:r>
          </a:p>
          <a:p>
            <a:pPr>
              <a:buNone/>
            </a:pPr>
            <a:endParaRPr lang="en-US" dirty="0"/>
          </a:p>
          <a:p>
            <a:pPr>
              <a:buNone/>
            </a:pPr>
            <a:r>
              <a:rPr lang="en-US" dirty="0"/>
              <a:t>Feature 5 — User Profile</a:t>
            </a:r>
          </a:p>
          <a:p>
            <a:pPr>
              <a:buNone/>
            </a:pPr>
            <a:r>
              <a:rPr lang="en-US" dirty="0"/>
              <a:t>B</a:t>
            </a:r>
            <a:r>
              <a:rPr lang="en-US" sz="1600" dirty="0"/>
              <a:t>asic user details help personalize the experience.</a:t>
            </a:r>
          </a:p>
          <a:p>
            <a:pPr>
              <a:buNone/>
            </a:pPr>
            <a:endParaRPr lang="en-US" dirty="0"/>
          </a:p>
          <a:p>
            <a:pPr>
              <a:buNone/>
            </a:pPr>
            <a:r>
              <a:rPr lang="en-US" dirty="0"/>
              <a:t>Feature 6 — Clean Mobile UI</a:t>
            </a:r>
          </a:p>
          <a:p>
            <a:pPr>
              <a:buNone/>
            </a:pPr>
            <a:r>
              <a:rPr lang="en-US" sz="1600" dirty="0"/>
              <a:t>Simple, smooth, and beginner-friendly design for easy use.</a:t>
            </a:r>
          </a:p>
          <a:p>
            <a:endParaRPr lang="en-US" dirty="0"/>
          </a:p>
        </p:txBody>
      </p:sp>
    </p:spTree>
    <p:extLst>
      <p:ext uri="{BB962C8B-B14F-4D97-AF65-F5344CB8AC3E}">
        <p14:creationId xmlns:p14="http://schemas.microsoft.com/office/powerpoint/2010/main" val="3778862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E0521-35DB-58FC-3B3E-17A764918404}"/>
              </a:ext>
            </a:extLst>
          </p:cNvPr>
          <p:cNvSpPr>
            <a:spLocks noGrp="1"/>
          </p:cNvSpPr>
          <p:nvPr>
            <p:ph type="title"/>
          </p:nvPr>
        </p:nvSpPr>
        <p:spPr/>
        <p:txBody>
          <a:bodyPr/>
          <a:lstStyle/>
          <a:p>
            <a:pPr algn="ctr"/>
            <a:r>
              <a:rPr lang="en-US" dirty="0"/>
              <a:t>Thank you</a:t>
            </a:r>
          </a:p>
        </p:txBody>
      </p:sp>
      <p:sp>
        <p:nvSpPr>
          <p:cNvPr id="3" name="TextBox 2">
            <a:extLst>
              <a:ext uri="{FF2B5EF4-FFF2-40B4-BE49-F238E27FC236}">
                <a16:creationId xmlns:a16="http://schemas.microsoft.com/office/drawing/2014/main" id="{8EBFB2D2-75C7-BD25-6E37-F36DA0B3BEBC}"/>
              </a:ext>
            </a:extLst>
          </p:cNvPr>
          <p:cNvSpPr txBox="1"/>
          <p:nvPr/>
        </p:nvSpPr>
        <p:spPr>
          <a:xfrm>
            <a:off x="315025" y="3804216"/>
            <a:ext cx="8689675" cy="2677656"/>
          </a:xfrm>
          <a:prstGeom prst="rect">
            <a:avLst/>
          </a:prstGeom>
          <a:noFill/>
        </p:spPr>
        <p:txBody>
          <a:bodyPr wrap="square" rtlCol="0">
            <a:spAutoFit/>
          </a:bodyPr>
          <a:lstStyle/>
          <a:p>
            <a:r>
              <a:rPr lang="en-US" sz="1400" b="1" dirty="0"/>
              <a:t>Download app from this link:</a:t>
            </a:r>
          </a:p>
          <a:p>
            <a:r>
              <a:rPr lang="en-US" sz="1400" b="1" dirty="0"/>
              <a:t>Android: </a:t>
            </a:r>
            <a:r>
              <a:rPr lang="en-US" sz="1400" b="1" dirty="0">
                <a:hlinkClick r:id="rId2"/>
              </a:rPr>
              <a:t>https://drive.google.com/file/d/1StRJqpcm4Pqi6OaoU76XO4TdpYfwbrTa/view?usp=drive_link</a:t>
            </a:r>
            <a:r>
              <a:rPr lang="en-US" sz="1400" b="1" dirty="0"/>
              <a:t> </a:t>
            </a:r>
          </a:p>
          <a:p>
            <a:endParaRPr lang="en-US" sz="1400" b="1" dirty="0"/>
          </a:p>
          <a:p>
            <a:r>
              <a:rPr lang="en-US" sz="1400" b="1" dirty="0"/>
              <a:t>Future Enhancements</a:t>
            </a:r>
          </a:p>
          <a:p>
            <a:r>
              <a:rPr lang="en-US" sz="1400" dirty="0"/>
              <a:t>In the future, we plan to integrate large language models (LLMs) and advanced data science techniques to make the app more interactive, smarter, and more powerful, while keeping it safe and user-friendly.</a:t>
            </a:r>
            <a:endParaRPr lang="en-US" sz="1400" b="1" dirty="0"/>
          </a:p>
          <a:p>
            <a:endParaRPr lang="en-US" sz="1400" b="1" dirty="0"/>
          </a:p>
          <a:p>
            <a:endParaRPr lang="en-US" sz="1400" b="1" dirty="0"/>
          </a:p>
          <a:p>
            <a:r>
              <a:rPr lang="en-US" sz="1400" b="1" dirty="0"/>
              <a:t>Disclaimer / Academic Purpose</a:t>
            </a:r>
          </a:p>
          <a:p>
            <a:r>
              <a:rPr lang="en-US" sz="1400" dirty="0"/>
              <a:t>This application is a prototype built for academic purposes only. It does not provide medical recommendations or replace professional health advice.</a:t>
            </a:r>
          </a:p>
        </p:txBody>
      </p:sp>
    </p:spTree>
    <p:extLst>
      <p:ext uri="{BB962C8B-B14F-4D97-AF65-F5344CB8AC3E}">
        <p14:creationId xmlns:p14="http://schemas.microsoft.com/office/powerpoint/2010/main" val="60544422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33</TotalTime>
  <Words>348</Words>
  <Application>Microsoft Office PowerPoint</Application>
  <PresentationFormat>Widescreen</PresentationFormat>
  <Paragraphs>66</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Trebuchet MS</vt:lpstr>
      <vt:lpstr>Wingdings 3</vt:lpstr>
      <vt:lpstr>Facet</vt:lpstr>
      <vt:lpstr>AI Symptom </vt:lpstr>
      <vt:lpstr>Problem Statement</vt:lpstr>
      <vt:lpstr>Our Solution</vt:lpstr>
      <vt:lpstr>PowerPoint Presentation</vt:lpstr>
      <vt:lpstr>Key features of AI Symptom</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Vaibhav Bhupendrabhai Badlawala</dc:creator>
  <cp:lastModifiedBy>Vaibhav Bhupendrabhai Badlawala</cp:lastModifiedBy>
  <cp:revision>11</cp:revision>
  <dcterms:created xsi:type="dcterms:W3CDTF">2026-03-29T21:58:45Z</dcterms:created>
  <dcterms:modified xsi:type="dcterms:W3CDTF">2026-03-29T22:35:17Z</dcterms:modified>
</cp:coreProperties>
</file>